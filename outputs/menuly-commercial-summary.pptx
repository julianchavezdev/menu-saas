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4d397d359a44e7" /><Relationship Type="http://schemas.openxmlformats.org/officeDocument/2006/relationships/extended-properties" Target="/docProps/app.xml" Id="R98fe830e867e4467" /><Relationship Type="http://schemas.openxmlformats.org/officeDocument/2006/relationships/officeDocument" Target="/ppt/presentation.xml" Id="Ra115f9db4afe4a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0d2ea864ee4899"/>
  </p:sldMasterIdLst>
  <p:notesMasterIdLst>
    <p:notesMasterId xmlns:r="http://schemas.openxmlformats.org/officeDocument/2006/relationships" r:id="Rac9a45b6266546ca"/>
  </p:notesMasterIdLst>
  <p:sldIdLst>
    <p:sldId xmlns:r="http://schemas.openxmlformats.org/officeDocument/2006/relationships" id="256" r:id="Rf93aea7094944657"/>
    <p:sldId xmlns:r="http://schemas.openxmlformats.org/officeDocument/2006/relationships" id="257" r:id="R30a53dd0e47944ad"/>
    <p:sldId xmlns:r="http://schemas.openxmlformats.org/officeDocument/2006/relationships" id="258" r:id="R2e6f16dd05d24fbd"/>
    <p:sldId xmlns:r="http://schemas.openxmlformats.org/officeDocument/2006/relationships" id="259" r:id="R086d6018d513432c"/>
    <p:sldId xmlns:r="http://schemas.openxmlformats.org/officeDocument/2006/relationships" id="260" r:id="R4164c0bc9d444f1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b55bb01b0f4ec6" /><Relationship Type="http://schemas.openxmlformats.org/officeDocument/2006/relationships/slideMaster" Target="/ppt/slideMasters/slideMaster1.xml" Id="R340d2ea864ee4899" /><Relationship Type="http://schemas.openxmlformats.org/officeDocument/2006/relationships/notesMaster" Target="/ppt/notesMasters/notesMaster1.xml" Id="Rac9a45b6266546ca" /><Relationship Type="http://schemas.openxmlformats.org/officeDocument/2006/relationships/presProps" Target="/ppt/presProps.xml" Id="R596ade890a6343a9" /><Relationship Type="http://schemas.openxmlformats.org/officeDocument/2006/relationships/tableStyles" Target="/ppt/tableStyles.xml" Id="Rcc3e4c4540b64d26" /><Relationship Type="http://schemas.openxmlformats.org/officeDocument/2006/relationships/slide" Target="/ppt/slides/slide1.xml" Id="Rf93aea7094944657" /><Relationship Type="http://schemas.openxmlformats.org/officeDocument/2006/relationships/slide" Target="/ppt/slides/slide2.xml" Id="R30a53dd0e47944ad" /><Relationship Type="http://schemas.openxmlformats.org/officeDocument/2006/relationships/slide" Target="/ppt/slides/slide3.xml" Id="R2e6f16dd05d24fbd" /><Relationship Type="http://schemas.openxmlformats.org/officeDocument/2006/relationships/slide" Target="/ppt/slides/slide4.xml" Id="R086d6018d513432c" /><Relationship Type="http://schemas.openxmlformats.org/officeDocument/2006/relationships/slide" Target="/ppt/slides/slide5.xml" Id="R4164c0bc9d444f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3be13a3cea41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4f846d00124dd6" /><Relationship Type="http://schemas.openxmlformats.org/officeDocument/2006/relationships/notesMaster" Target="/ppt/notesMasters/notesMaster1.xml" Id="R3bae660c267a47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686102be2742ce" /><Relationship Type="http://schemas.openxmlformats.org/officeDocument/2006/relationships/notesMaster" Target="/ppt/notesMasters/notesMaster1.xml" Id="R4d020faf4b1945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c5b7f8cf644a02" /><Relationship Type="http://schemas.openxmlformats.org/officeDocument/2006/relationships/notesMaster" Target="/ppt/notesMasters/notesMaster1.xml" Id="R2f6de1ea591f4d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600056684b49fc" /><Relationship Type="http://schemas.openxmlformats.org/officeDocument/2006/relationships/notesMaster" Target="/ppt/notesMasters/notesMaster1.xml" Id="Re826e36c4cef42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92e4a9c93543bf" /><Relationship Type="http://schemas.openxmlformats.org/officeDocument/2006/relationships/notesMaster" Target="/ppt/notesMasters/notesMaster1.xml" Id="R155c619c173640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versión compacta abre con la promesa y una arquitectura simple del producto.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 la versión resumida, el objetivo es dar contexto y mover rápido hacia el valor.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diapositiva para explicar el producto en menos de un minuto.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Dejar claro que el precio se explica sin tecnicismos y sin promesas exageradas.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Rematar con la acción: probar, configurar y publicar el QR.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166cc7f0bb40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a8a199e06a4740" /><Relationship Type="http://schemas.openxmlformats.org/officeDocument/2006/relationships/slideLayout" Target="/ppt/slideLayouts/slideLayout1.xml" Id="R0ae61dba307748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e61dba307748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65107e96d45e5" /><Relationship Type="http://schemas.openxmlformats.org/officeDocument/2006/relationships/notesSlide" Target="/ppt/notesSlides/notesSlide1.xml" Id="R93078b8380a144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98aaf632d4d3a" /><Relationship Type="http://schemas.openxmlformats.org/officeDocument/2006/relationships/notesSlide" Target="/ppt/notesSlides/notesSlide2.xml" Id="R29279b3accbd48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1fa07efda49f4" /><Relationship Type="http://schemas.openxmlformats.org/officeDocument/2006/relationships/notesSlide" Target="/ppt/notesSlides/notesSlide3.xml" Id="R090b2d90f26146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5710407b54728" /><Relationship Type="http://schemas.openxmlformats.org/officeDocument/2006/relationships/notesSlide" Target="/ppt/notesSlides/notesSlide4.xml" Id="R35a7488bbe9a4f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eb3ae087f4acd" /><Relationship Type="http://schemas.openxmlformats.org/officeDocument/2006/relationships/notesSlide" Target="/ppt/notesSlides/notesSlide5.xml" Id="R5cb79ca59f4f4c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312FF-B50B-4015-9D36-905947CA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0643A"/>
                </a:solidFill>
              </a:defRPr>
            </a:pPr>
            <a:r>
              <a:rPr sz="900" b="1" i="0">
                <a:solidFill>
                  <a:srgbClr val="F0643A"/>
                </a:solidFill>
              </a:rPr>
              <a:t>MENULY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64567-20E8-44F6-A3B4-FD21260B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47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0C1F30"/>
                </a:solidFill>
              </a:defRPr>
            </a:pPr>
            <a:r>
              <a:rPr sz="3150" b="1" i="0">
                <a:solidFill>
                  <a:srgbClr val="0C1F30"/>
                </a:solidFill>
              </a:rPr>
              <a:t>Carta visual que despierta el apetito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F597B-8296-4C2C-B3BA-14850BD4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74151"/>
                </a:solidFill>
              </a:defRPr>
            </a:pPr>
            <a:r>
              <a:rPr sz="1350" b="0" i="0">
                <a:solidFill>
                  <a:srgbClr val="374151"/>
                </a:solidFill>
              </a:rPr>
              <a:t>Versión resumida para reuniones rápidas con restaurantes.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76B39-BF79-4B3C-B900-472F83D7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200150"/>
            <a:ext cx="4343400" cy="44386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E54E1-7ED6-4E13-93CB-B9D3723C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24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0C1F30"/>
                </a:solidFill>
              </a:defRPr>
            </a:pPr>
            <a:r>
              <a:rPr sz="1950" b="1" i="0">
                <a:solidFill>
                  <a:srgbClr val="0C1F30"/>
                </a:solidFill>
              </a:rPr>
              <a:t>Menuly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0F605-B993-4A2D-ACD8-9866B83F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00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0643A"/>
                </a:solidFill>
              </a:defRPr>
            </a:pPr>
            <a:r>
              <a:rPr sz="1350" b="1" i="0">
                <a:solidFill>
                  <a:srgbClr val="F0643A"/>
                </a:solidFill>
              </a:rPr>
              <a:t>QR → carta visual → decisión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3D0FD-D57B-44D1-B618-09081F65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4795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 b="0" i="0">
                <a:solidFill>
                  <a:srgbClr val="374151"/>
                </a:solidFill>
              </a:defRPr>
            </a:pPr>
            <a:r>
              <a:rPr sz="1350" b="0" i="0">
                <a:solidFill>
                  <a:srgbClr val="374151"/>
                </a:solidFill>
              </a:rPr>
              <a:t>Una solución rápida para enseñar platos, alérgenos, idiomas y carrito desde móvil.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42EAE-917E-44BF-91B4-DF987E89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00500"/>
            <a:ext cx="17145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1F30"/>
          </a:solidFill>
          <a:ln xmlns:a="http://schemas.openxmlformats.org/drawingml/2006/main" w="9525">
            <a:solidFill>
              <a:srgbClr val="0C1F3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FA791-68FD-4831-9F72-FA3DCD92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2432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Ver carta completa</a:t>
            </a:r>
          </a:p>
        </p:txBody>
      </p:sp>
    </p:spTree>
    <p:extLst>
      <p:ext uri="{BB962C8B-B14F-4D97-AF65-F5344CB8AC3E}">
        <p14:creationId xmlns:p14="http://schemas.microsoft.com/office/powerpoint/2010/main" val="2941676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F89A3-8A77-47F3-875A-CA725ADF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0643A"/>
                </a:solidFill>
              </a:defRPr>
            </a:pPr>
            <a:r>
              <a:rPr sz="900" b="1" i="0">
                <a:solidFill>
                  <a:srgbClr val="F0643A"/>
                </a:solidFill>
              </a:rPr>
              <a:t>PROBLEMA Y MERCADO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44A5B-850F-49B4-AF9F-A1D39449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C1F30"/>
                </a:solidFill>
              </a:defRPr>
            </a:pPr>
            <a:r>
              <a:rPr sz="2850" b="1" i="0">
                <a:solidFill>
                  <a:srgbClr val="0C1F30"/>
                </a:solidFill>
              </a:rPr>
              <a:t>La restauración española necesita una carta más visual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3B28D-D7AA-468D-A321-F5F76753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Cuatro ideas: dolor real, mercado grande y oportunidad clara.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96D29-D10B-41B5-B5A8-BA633C83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5143500" cy="42862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3152D-F2A7-46B6-BDBD-85C43756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19250"/>
            <a:ext cx="5143500" cy="42862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84856-CF05-42E8-B4C4-154660BC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812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74151"/>
                </a:solidFill>
              </a:defRPr>
            </a:pPr>
            <a:r>
              <a:rPr sz="1350" b="0" i="0">
                <a:solidFill>
                  <a:srgbClr val="374151"/>
                </a:solidFill>
              </a:rPr>
              <a:t>• El cliente no visualiza el plato.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3F17E-BFFC-4D29-9C46-68BD58D6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98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74151"/>
                </a:solidFill>
              </a:defRPr>
            </a:pPr>
            <a:r>
              <a:rPr sz="1350" b="0" i="0">
                <a:solidFill>
                  <a:srgbClr val="374151"/>
                </a:solidFill>
              </a:rPr>
              <a:t>• Los productos importantes pasan desapercibidos.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E8F525-ADC7-4432-ACD9-5FFDD1FC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74151"/>
                </a:solidFill>
              </a:defRPr>
            </a:pPr>
            <a:r>
              <a:rPr sz="1350" b="0" i="0">
                <a:solidFill>
                  <a:srgbClr val="374151"/>
                </a:solidFill>
              </a:rPr>
              <a:t>• Actualizar una carta cuesta tiempo y dinero.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D5C46-97E7-40BA-82CA-7A0D3EE9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74151"/>
                </a:solidFill>
              </a:defRPr>
            </a:pPr>
            <a:r>
              <a:rPr sz="1350" b="0" i="0">
                <a:solidFill>
                  <a:srgbClr val="374151"/>
                </a:solidFill>
              </a:rPr>
              <a:t>• No se sabe qué genera interés.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0D82D-E5B2-4579-9E30-AF9DD22F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C1F30"/>
                </a:solidFill>
              </a:defRPr>
            </a:pPr>
            <a:r>
              <a:rPr sz="1425" b="1" i="0">
                <a:solidFill>
                  <a:srgbClr val="0C1F30"/>
                </a:solidFill>
              </a:rPr>
              <a:t>≈263.500 establecimientos, ≈81.000 restaurantes y 116.200 M€ de facturación.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F891B-F0AC-4DA5-B3BB-7F72269E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C1F30"/>
                </a:solidFill>
              </a:defRPr>
            </a:pPr>
            <a:r>
              <a:rPr sz="1800" b="1" i="0">
                <a:solidFill>
                  <a:srgbClr val="0C1F30"/>
                </a:solidFill>
              </a:rPr>
              <a:t>Menuly encaja en un sector enorme y muy visual.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CD376-0ECB-4B78-891A-D919CD4C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908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74151"/>
                </a:solidFill>
              </a:defRPr>
            </a:pPr>
            <a:r>
              <a:rPr sz="1350" b="0" i="0">
                <a:solidFill>
                  <a:srgbClr val="374151"/>
                </a:solidFill>
              </a:rPr>
              <a:t>• Menú por QR sin app.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932D38-F7E0-46B8-A3A0-F7A0ABF6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74151"/>
                </a:solidFill>
              </a:defRPr>
            </a:pPr>
            <a:r>
              <a:rPr sz="1350" b="0" i="0">
                <a:solidFill>
                  <a:srgbClr val="374151"/>
                </a:solidFill>
              </a:rPr>
              <a:t>• Fotos y vídeos verticales.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7207E-9156-478F-9AB3-6C13B091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74151"/>
                </a:solidFill>
              </a:defRPr>
            </a:pPr>
            <a:r>
              <a:rPr sz="1350" b="0" i="0">
                <a:solidFill>
                  <a:srgbClr val="374151"/>
                </a:solidFill>
              </a:rPr>
              <a:t>• Gestión desde el móvil.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5045E5-B537-45A2-A8B6-C2C68E52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481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74151"/>
                </a:solidFill>
              </a:defRPr>
            </a:pPr>
            <a:r>
              <a:rPr sz="1350" b="0" i="0">
                <a:solidFill>
                  <a:srgbClr val="374151"/>
                </a:solidFill>
              </a:rPr>
              <a:t>• Analíticas sencillas.</a:t>
            </a:r>
          </a:p>
        </p:txBody>
      </p:sp>
    </p:spTree>
    <p:extLst>
      <p:ext uri="{BB962C8B-B14F-4D97-AF65-F5344CB8AC3E}">
        <p14:creationId xmlns:p14="http://schemas.microsoft.com/office/powerpoint/2010/main" val="18239029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5ABB67-C7AE-463B-BCBA-F7637976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0643A"/>
                </a:solidFill>
              </a:defRPr>
            </a:pPr>
            <a:r>
              <a:rPr sz="900" b="1" i="0">
                <a:solidFill>
                  <a:srgbClr val="F0643A"/>
                </a:solidFill>
              </a:rPr>
              <a:t>CÓMO FUNCIONA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BBC34-9FE8-48EE-830D-AC122FC5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C1F30"/>
                </a:solidFill>
              </a:defRPr>
            </a:pPr>
            <a:r>
              <a:rPr sz="2850" b="1" i="0">
                <a:solidFill>
                  <a:srgbClr val="0C1F30"/>
                </a:solidFill>
              </a:rPr>
              <a:t>Tres pasos para entender Menuly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6EBA7-4393-4224-9789-B51CD1D3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Un flujo de adopción corto y fácil de explicar.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145FE-5BDA-4126-AD43-85D264F5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7716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1DDC8-20C0-434C-9585-C23EF15C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908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F30"/>
          </a:solidFill>
          <a:ln xmlns:a="http://schemas.openxmlformats.org/drawingml/2006/main" w="9525">
            <a:solidFill>
              <a:srgbClr val="0C1F3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671BA-6EE7-4F9C-8B9F-93DDB9D9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C1F30"/>
                </a:solidFill>
              </a:defRPr>
            </a:pPr>
            <a:r>
              <a:rPr sz="1500" b="1" i="0">
                <a:solidFill>
                  <a:srgbClr val="0C1F30"/>
                </a:solidFill>
              </a:rPr>
              <a:t>Escanea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DE955-F661-4CFF-B033-76667FEC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09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0643A"/>
                </a:solidFill>
              </a:defRPr>
            </a:pPr>
            <a:r>
              <a:rPr sz="1950" b="1" i="0">
                <a:solidFill>
                  <a:srgbClr val="F0643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B1D0D-ACEB-468B-AB3C-E84458B3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17716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BEAA4-3C6E-4812-B632-CEF77F92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908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3A"/>
          </a:solidFill>
          <a:ln xmlns:a="http://schemas.openxmlformats.org/drawingml/2006/main" w="9525">
            <a:solidFill>
              <a:srgbClr val="F064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0C880-40DD-4DED-8F19-918F6FDF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909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C1F30"/>
                </a:solidFill>
              </a:defRPr>
            </a:pPr>
            <a:r>
              <a:rPr sz="1500" b="1" i="0">
                <a:solidFill>
                  <a:srgbClr val="0C1F30"/>
                </a:solidFill>
              </a:rPr>
              <a:t>Explora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C094C-EE26-4E19-A6F4-28F972F2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09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0643A"/>
                </a:solidFill>
              </a:defRPr>
            </a:pPr>
            <a:r>
              <a:rPr sz="1950" b="1" i="0">
                <a:solidFill>
                  <a:srgbClr val="F0643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9649D-8762-4077-AC3B-85DA8235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62200"/>
            <a:ext cx="17716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5FC64-3A6F-4A79-B235-7B218B33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F30"/>
          </a:solidFill>
          <a:ln xmlns:a="http://schemas.openxmlformats.org/drawingml/2006/main" w="9525">
            <a:solidFill>
              <a:srgbClr val="0C1F3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30D76-889D-4A63-8EA2-CAD21AF6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909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C1F30"/>
                </a:solidFill>
              </a:defRPr>
            </a:pPr>
            <a:r>
              <a:rPr sz="1500" b="1" i="0">
                <a:solidFill>
                  <a:srgbClr val="0C1F30"/>
                </a:solidFill>
              </a:rPr>
              <a:t>Elige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BD2E90-36E7-4202-A2B0-2F0F7BA0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9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0643A"/>
                </a:solidFill>
              </a:defRPr>
            </a:pPr>
            <a:r>
              <a:rPr sz="1950" b="1" i="0">
                <a:solidFill>
                  <a:srgbClr val="F0643A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8E1840-9867-4992-A001-D51A49DB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62200"/>
            <a:ext cx="17716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C45EBE-3AEC-4379-AC07-0411BBC2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908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3A"/>
          </a:solidFill>
          <a:ln xmlns:a="http://schemas.openxmlformats.org/drawingml/2006/main" w="9525">
            <a:solidFill>
              <a:srgbClr val="F064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E8FEB-C785-422C-B1E7-239DD462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909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C1F30"/>
                </a:solidFill>
              </a:defRPr>
            </a:pPr>
            <a:r>
              <a:rPr sz="1500" b="1" i="0">
                <a:solidFill>
                  <a:srgbClr val="0C1F30"/>
                </a:solidFill>
              </a:rPr>
              <a:t>Comparte</a:t>
            </a:r>
          </a:p>
        </p:txBody>
      </p:sp>
    </p:spTree>
    <p:extLst>
      <p:ext uri="{BB962C8B-B14F-4D97-AF65-F5344CB8AC3E}">
        <p14:creationId xmlns:p14="http://schemas.microsoft.com/office/powerpoint/2010/main" val="203188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F6E12-FF66-492E-B916-C08ED2C6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0643A"/>
                </a:solidFill>
              </a:defRPr>
            </a:pPr>
            <a:r>
              <a:rPr sz="900" b="1" i="0">
                <a:solidFill>
                  <a:srgbClr val="F0643A"/>
                </a:solidFill>
              </a:rPr>
              <a:t>FUNCIONALIDADES Y PRECIO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2B182-AB41-4022-8DF5-5F4C9AC2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C1F30"/>
                </a:solidFill>
              </a:defRPr>
            </a:pPr>
            <a:r>
              <a:rPr sz="2850" b="1" i="0">
                <a:solidFill>
                  <a:srgbClr val="0C1F30"/>
                </a:solidFill>
              </a:rPr>
              <a:t>Lo que incluye y cuánto cuesta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D88C6-8660-4C9A-A2B3-02D48175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Agrupado en bloques, no en lista interminable.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2DFC9-1C61-48E8-BF87-68A2FCD3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3340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A4D3E-50CD-427C-BA4B-60027E36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95450"/>
            <a:ext cx="53340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C1F30"/>
          </a:solidFill>
          <a:ln xmlns:a="http://schemas.openxmlformats.org/drawingml/2006/main" w="9525">
            <a:solidFill>
              <a:srgbClr val="0C1F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4B4C7-E4E8-4F0E-83C2-62E04748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C1F30"/>
                </a:solidFill>
              </a:defRPr>
            </a:pPr>
            <a:r>
              <a:rPr sz="1800" b="1" i="0">
                <a:solidFill>
                  <a:srgbClr val="0C1F30"/>
                </a:solidFill>
              </a:rPr>
              <a:t>Incluye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3AF6B-F214-4360-82BE-B2000C8C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74151"/>
                </a:solidFill>
              </a:defRPr>
            </a:pPr>
            <a:r>
              <a:rPr sz="1275" b="0" i="0">
                <a:solidFill>
                  <a:srgbClr val="374151"/>
                </a:solidFill>
              </a:rPr>
              <a:t>• Feed visual y vista listada.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27922-1E18-49C1-B77D-8157EA59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74151"/>
                </a:solidFill>
              </a:defRPr>
            </a:pPr>
            <a:r>
              <a:rPr sz="1275" b="0" i="0">
                <a:solidFill>
                  <a:srgbClr val="374151"/>
                </a:solidFill>
              </a:rPr>
              <a:t>• Idiomas y alérgenos.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375E3-9716-4DFB-A7DF-D3A1739B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74151"/>
                </a:solidFill>
              </a:defRPr>
            </a:pPr>
            <a:r>
              <a:rPr sz="1275" b="0" i="0">
                <a:solidFill>
                  <a:srgbClr val="374151"/>
                </a:solidFill>
              </a:rPr>
              <a:t>• Panel mobile-first.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11509-F8B9-4737-8D36-68A362F3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74151"/>
                </a:solidFill>
              </a:defRPr>
            </a:pPr>
            <a:r>
              <a:rPr sz="1275" b="0" i="0">
                <a:solidFill>
                  <a:srgbClr val="374151"/>
                </a:solidFill>
              </a:rPr>
              <a:t>• Analíticas y objetivos.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5A5A6-FA47-4EE5-BE20-2B6CB5FB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74151"/>
                </a:solidFill>
              </a:defRPr>
            </a:pPr>
            <a:r>
              <a:rPr sz="1275" b="0" i="0">
                <a:solidFill>
                  <a:srgbClr val="374151"/>
                </a:solidFill>
              </a:rPr>
              <a:t>• 7 plantillas.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99E74-E2BF-4B29-ACCC-BA0C3136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Plan Carta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6FE2E2-19DC-4ACF-BF2E-DD1BF5CA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0643A"/>
                </a:solidFill>
              </a:defRPr>
            </a:pPr>
            <a:r>
              <a:rPr sz="2550" b="1" i="0">
                <a:solidFill>
                  <a:srgbClr val="F0643A"/>
                </a:solidFill>
              </a:rPr>
              <a:t>34,99 €/mes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8ECEE-488F-4D79-B804-FC7EACB8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8135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7E0E8"/>
                </a:solidFill>
              </a:defRPr>
            </a:pPr>
            <a:r>
              <a:rPr sz="1350" b="0" i="0">
                <a:solidFill>
                  <a:srgbClr val="D7E0E8"/>
                </a:solidFill>
              </a:rPr>
              <a:t>Hasta 100 productos. Categorías ilimitadas. Analíticas, QR, carrito y soporte.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AA091D-C6FA-4A7F-8C5A-5D046983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1619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43A"/>
          </a:solidFill>
          <a:ln xmlns:a="http://schemas.openxmlformats.org/drawingml/2006/main" w="9525">
            <a:solidFill>
              <a:srgbClr val="F064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80F17-82BF-4E9F-9521-AD5B2F06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291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Recomendado</a:t>
            </a:r>
          </a:p>
        </p:txBody>
      </p:sp>
    </p:spTree>
    <p:extLst>
      <p:ext uri="{BB962C8B-B14F-4D97-AF65-F5344CB8AC3E}">
        <p14:creationId xmlns:p14="http://schemas.microsoft.com/office/powerpoint/2010/main" val="11974638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210CF-1688-42C0-8E90-437BD5A5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0643A"/>
                </a:solidFill>
              </a:defRPr>
            </a:pPr>
            <a:r>
              <a:rPr sz="900" b="1" i="0">
                <a:solidFill>
                  <a:srgbClr val="F0643A"/>
                </a:solidFill>
              </a:rPr>
              <a:t>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C5981-CBD9-4237-A0B7-7FCACCC1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C1F30"/>
                </a:solidFill>
              </a:defRPr>
            </a:pPr>
            <a:r>
              <a:rPr sz="2850" b="1" i="0">
                <a:solidFill>
                  <a:srgbClr val="0C1F30"/>
                </a:solidFill>
              </a:rPr>
              <a:t>Prueba Menuly durante 7 días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27589-9FF9-42DC-8692-8B2D19FA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Una carta nueva puede empezar hoy.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8D3C0-F52E-444F-AC4D-65EC4C51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102870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C1F30"/>
          </a:solidFill>
          <a:ln xmlns:a="http://schemas.openxmlformats.org/drawingml/2006/main" w="9525">
            <a:solidFill>
              <a:srgbClr val="0C1F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AA8D6-31C4-486E-8216-2FACC0E2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Haz que tus clientes elijan con los ojos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A92C6-5169-46C2-850F-8E2CC721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813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0643A"/>
                </a:solidFill>
              </a:defRPr>
            </a:pPr>
            <a:r>
              <a:rPr sz="1500" b="0" i="0">
                <a:solidFill>
                  <a:srgbClr val="F0643A"/>
                </a:solidFill>
              </a:rPr>
              <a:t>menuly.es • +34 643 663 194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C2AE4-0704-47B6-ADF5-72BEE95A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48100"/>
            <a:ext cx="27622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43A"/>
          </a:solidFill>
          <a:ln xmlns:a="http://schemas.openxmlformats.org/drawingml/2006/main" w="9525">
            <a:solidFill>
              <a:srgbClr val="F06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DB775-DD97-419B-963E-D8DF8F44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81450"/>
            <a:ext cx="2324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Creamos juntos tu primera carta</a:t>
            </a:r>
          </a:p>
        </p:txBody>
      </p:sp>
    </p:spTree>
    <p:extLst>
      <p:ext uri="{BB962C8B-B14F-4D97-AF65-F5344CB8AC3E}">
        <p14:creationId xmlns:p14="http://schemas.microsoft.com/office/powerpoint/2010/main" val="1539234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2026-07-20T20:44:38.9090000Z</dcterms:created>
  <dcterms:modified xsi:type="dcterms:W3CDTF">2026-07-20T20:44:38.9090000Z</dcterms:modified>
</coreProperties>
</file>